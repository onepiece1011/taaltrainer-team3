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D50C84-D1A8-00B5-9F7B-8476674D27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4802AE0-BE16-0409-34E4-55C1BA4DE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2F13E56-F73C-931C-583F-E28BD5D5E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2089-9392-409F-8B03-38BB70AE0D7E}" type="datetimeFigureOut">
              <a:rPr lang="nl-NL" smtClean="0"/>
              <a:t>9-3-2026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9EA855C-E428-DB51-B55D-5A19A6A6E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D6CDEAE-A61A-8318-BD36-ED459D575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CF388-5955-441C-8F1A-F92474A66E4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7253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B36406-A4CA-B165-7B3E-FBB8DA64C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4F1B393-77EB-5759-7520-0349273A2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2846D3F-C6B6-EF67-114E-4D74DD314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2089-9392-409F-8B03-38BB70AE0D7E}" type="datetimeFigureOut">
              <a:rPr lang="nl-NL" smtClean="0"/>
              <a:t>9-3-2026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9F5F666-B1EB-0A2E-8B37-7E359571C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7C8D428-7A01-0038-93AF-56EBE687D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CF388-5955-441C-8F1A-F92474A66E4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15682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3CBDB9-98C9-298D-2295-EF75E9481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994B354-F547-BA81-9588-FEE9924A4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3715909-45C8-7D20-9D33-BDC3C959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2089-9392-409F-8B03-38BB70AE0D7E}" type="datetimeFigureOut">
              <a:rPr lang="nl-NL" smtClean="0"/>
              <a:t>9-3-2026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4096BA1-B6F9-31E6-698C-0D2A15189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F5C5A4A-4E25-A8F2-567F-2BC37B07A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CF388-5955-441C-8F1A-F92474A66E4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3569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5580C3-7578-66BB-B80D-929807E7D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57418C5-E125-8020-87D6-039D85039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98C2260-3890-BDF7-B08E-905735911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FFF687F-9850-F3F3-2F90-9A0B9E391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2089-9392-409F-8B03-38BB70AE0D7E}" type="datetimeFigureOut">
              <a:rPr lang="nl-NL" smtClean="0"/>
              <a:t>9-3-2026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1D8446C-63B9-5E54-9A90-96EC3FEF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0A40326-1332-204A-D847-AE86B7942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CF388-5955-441C-8F1A-F92474A66E4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5869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9DEDE2-C247-1545-CD83-38567849F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292FF43-1F53-90BE-A995-AFAB9A642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D704B39-785C-AA06-26AF-A4130D1EE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D33B8A8-0914-E7C6-81CA-741B8CBB9F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A3C1C27E-926B-2480-E80D-4FBC16E455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9DA90DEE-606E-C4B4-A57F-5CAE24FE6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2089-9392-409F-8B03-38BB70AE0D7E}" type="datetimeFigureOut">
              <a:rPr lang="nl-NL" smtClean="0"/>
              <a:t>9-3-2026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00FA389B-834E-19F1-8D99-F8BC98034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E225FABB-4600-9CD2-A73E-AB5ECCEE3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CF388-5955-441C-8F1A-F92474A66E4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0344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EC9799-9DF6-0604-ABF4-F4D707E96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3DC333A8-7EBB-6A7A-9B99-A186DF78F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2089-9392-409F-8B03-38BB70AE0D7E}" type="datetimeFigureOut">
              <a:rPr lang="nl-NL" smtClean="0"/>
              <a:t>9-3-2026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0BAADE1-C991-3F9D-6BC9-D4D689510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3D55F19-63EF-9919-6278-31E3ED3F3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CF388-5955-441C-8F1A-F92474A66E4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56833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B3AA1E38-AB6A-2F23-5F28-5A1DE91D2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2089-9392-409F-8B03-38BB70AE0D7E}" type="datetimeFigureOut">
              <a:rPr lang="nl-NL" smtClean="0"/>
              <a:t>9-3-2026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7FA0457-C2F0-C068-A78A-8697E001B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A0B5121-F616-A09E-EC77-6C7332905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CF388-5955-441C-8F1A-F92474A66E4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9893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C7C1E2-FB13-54EC-F812-5E7A9C13A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4A74C2-AC5B-66EA-9ECD-B33C162AE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268E7E3-CB9F-3AE0-32ED-F211E1C85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A119BAC-7EB3-1E95-6D0A-6A5D2CFF6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2089-9392-409F-8B03-38BB70AE0D7E}" type="datetimeFigureOut">
              <a:rPr lang="nl-NL" smtClean="0"/>
              <a:t>9-3-2026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CE79698-4ED8-E665-30AA-D54130451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4CAFD0-396B-98C2-088D-0E3225B61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CF388-5955-441C-8F1A-F92474A66E4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245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77A834-0BF0-9267-B610-5FD1A0BB7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851A56C0-C96C-032E-A4E3-8884522D0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55639B8-7AC8-16C5-6AF1-DB0709EE2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52E203F-6A72-88A2-3CEF-6BCA68A2A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2089-9392-409F-8B03-38BB70AE0D7E}" type="datetimeFigureOut">
              <a:rPr lang="nl-NL" smtClean="0"/>
              <a:t>9-3-2026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66ECA23-82FC-6FFE-F4AA-4FBCFEDE9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A8D5D2D-AFF1-B921-2140-CF251EAA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CF388-5955-441C-8F1A-F92474A66E4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5492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A842F7-3E97-7CB4-C468-016A36D40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21A590C-589B-9443-397B-5707B91EB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AE07BE3-7788-0FE1-2BFD-D4E09497B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2089-9392-409F-8B03-38BB70AE0D7E}" type="datetimeFigureOut">
              <a:rPr lang="nl-NL" smtClean="0"/>
              <a:t>9-3-2026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FB7B871-2496-884A-F780-B380A89C8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1FB9E12-BDC3-86F4-6756-E764B3D6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CF388-5955-441C-8F1A-F92474A66E4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0439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DF4CFFCA-A49D-F557-A037-314993C42E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3327615-79DB-ECDC-D4FB-CB6E79F48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5B901EF-3383-14DF-B9B2-FC801CF06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2089-9392-409F-8B03-38BB70AE0D7E}" type="datetimeFigureOut">
              <a:rPr lang="nl-NL" smtClean="0"/>
              <a:t>9-3-2026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1C22174-B60E-1F31-B741-05D568905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F6D5433-2AE1-7C33-780C-2BF868A8E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CF388-5955-441C-8F1A-F92474A66E4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8317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1C8106D-525B-9AB3-D8CA-3E07DA929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C3707A2-0426-E7A9-64CA-4325A7670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E9DF936-67AD-FA44-3D5B-B420C43D46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F32089-9392-409F-8B03-38BB70AE0D7E}" type="datetimeFigureOut">
              <a:rPr lang="nl-NL" smtClean="0"/>
              <a:t>9-3-2026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FD494A0-812C-D5D1-58E0-75F76125BD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F2D307E-93D4-0578-6BB8-5CBFC589A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8CF388-5955-441C-8F1A-F92474A66E4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1043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 12">
            <a:extLst>
              <a:ext uri="{FF2B5EF4-FFF2-40B4-BE49-F238E27FC236}">
                <a16:creationId xmlns:a16="http://schemas.microsoft.com/office/drawing/2014/main" id="{C95C2CD5-F373-5AD7-4A2E-4EBD6C0D31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210737"/>
              </p:ext>
            </p:extLst>
          </p:nvPr>
        </p:nvGraphicFramePr>
        <p:xfrm>
          <a:off x="4676341" y="665018"/>
          <a:ext cx="2839317" cy="4664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9317">
                  <a:extLst>
                    <a:ext uri="{9D8B030D-6E8A-4147-A177-3AD203B41FA5}">
                      <a16:colId xmlns:a16="http://schemas.microsoft.com/office/drawing/2014/main" val="1312352017"/>
                    </a:ext>
                  </a:extLst>
                </a:gridCol>
              </a:tblGrid>
              <a:tr h="4664364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55132"/>
                  </a:ext>
                </a:extLst>
              </a:tr>
            </a:tbl>
          </a:graphicData>
        </a:graphic>
      </p:graphicFrame>
      <p:sp>
        <p:nvSpPr>
          <p:cNvPr id="4" name="Titel 3">
            <a:extLst>
              <a:ext uri="{FF2B5EF4-FFF2-40B4-BE49-F238E27FC236}">
                <a16:creationId xmlns:a16="http://schemas.microsoft.com/office/drawing/2014/main" id="{F3E9D34C-7EEA-FAC6-EB3D-6570D35F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100" y="1009552"/>
            <a:ext cx="6153150" cy="1006474"/>
          </a:xfrm>
        </p:spPr>
        <p:txBody>
          <a:bodyPr/>
          <a:lstStyle/>
          <a:p>
            <a:pPr algn="ctr"/>
            <a:r>
              <a:rPr lang="nl-NL" dirty="0">
                <a:solidFill>
                  <a:schemeClr val="bg1"/>
                </a:solidFill>
              </a:rPr>
              <a:t>Welkom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414BAD07-E61C-7954-21D3-AF0643B458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19650" y="2333625"/>
            <a:ext cx="2552700" cy="42804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nl-NL" dirty="0">
                <a:solidFill>
                  <a:schemeClr val="bg1"/>
                </a:solidFill>
              </a:rPr>
              <a:t>Naam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443CFF4D-8E41-6AD8-07F9-79B59617D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6325" y="3446025"/>
            <a:ext cx="2552700" cy="42804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nl-NL" dirty="0">
                <a:solidFill>
                  <a:schemeClr val="bg1"/>
                </a:solidFill>
              </a:rPr>
              <a:t>Wachtwoord</a:t>
            </a:r>
          </a:p>
        </p:txBody>
      </p:sp>
      <p:graphicFrame>
        <p:nvGraphicFramePr>
          <p:cNvPr id="10" name="Tabel 9">
            <a:extLst>
              <a:ext uri="{FF2B5EF4-FFF2-40B4-BE49-F238E27FC236}">
                <a16:creationId xmlns:a16="http://schemas.microsoft.com/office/drawing/2014/main" id="{D8E728A3-BD25-D9CC-A52C-0563DA544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519128"/>
              </p:ext>
            </p:extLst>
          </p:nvPr>
        </p:nvGraphicFramePr>
        <p:xfrm>
          <a:off x="5292437" y="2695476"/>
          <a:ext cx="1773382" cy="388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382">
                  <a:extLst>
                    <a:ext uri="{9D8B030D-6E8A-4147-A177-3AD203B41FA5}">
                      <a16:colId xmlns:a16="http://schemas.microsoft.com/office/drawing/2014/main" val="726471730"/>
                    </a:ext>
                  </a:extLst>
                </a:gridCol>
              </a:tblGrid>
              <a:tr h="388698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712382"/>
                  </a:ext>
                </a:extLst>
              </a:tr>
            </a:tbl>
          </a:graphicData>
        </a:graphic>
      </p:graphicFrame>
      <p:graphicFrame>
        <p:nvGraphicFramePr>
          <p:cNvPr id="11" name="Tabel 10">
            <a:extLst>
              <a:ext uri="{FF2B5EF4-FFF2-40B4-BE49-F238E27FC236}">
                <a16:creationId xmlns:a16="http://schemas.microsoft.com/office/drawing/2014/main" id="{D722AD99-CA6C-EEBD-5139-F1081C8FF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963170"/>
              </p:ext>
            </p:extLst>
          </p:nvPr>
        </p:nvGraphicFramePr>
        <p:xfrm>
          <a:off x="5292436" y="3910908"/>
          <a:ext cx="17733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383">
                  <a:extLst>
                    <a:ext uri="{9D8B030D-6E8A-4147-A177-3AD203B41FA5}">
                      <a16:colId xmlns:a16="http://schemas.microsoft.com/office/drawing/2014/main" val="1234111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091175"/>
                  </a:ext>
                </a:extLst>
              </a:tr>
            </a:tbl>
          </a:graphicData>
        </a:graphic>
      </p:graphicFrame>
      <p:graphicFrame>
        <p:nvGraphicFramePr>
          <p:cNvPr id="12" name="Tabel 11">
            <a:extLst>
              <a:ext uri="{FF2B5EF4-FFF2-40B4-BE49-F238E27FC236}">
                <a16:creationId xmlns:a16="http://schemas.microsoft.com/office/drawing/2014/main" id="{12018C96-50E0-81D6-05F5-1FE090150A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871051"/>
              </p:ext>
            </p:extLst>
          </p:nvPr>
        </p:nvGraphicFramePr>
        <p:xfrm>
          <a:off x="5292436" y="4656555"/>
          <a:ext cx="17733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383">
                  <a:extLst>
                    <a:ext uri="{9D8B030D-6E8A-4147-A177-3AD203B41FA5}">
                      <a16:colId xmlns:a16="http://schemas.microsoft.com/office/drawing/2014/main" val="3891741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LOG 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518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657881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</Words>
  <Application>Microsoft Office PowerPoint</Application>
  <PresentationFormat>Breedbeeld</PresentationFormat>
  <Paragraphs>4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Welkom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Mandu Ismail | Student</dc:creator>
  <cp:lastModifiedBy>Mandu Ismail | Student</cp:lastModifiedBy>
  <cp:revision>1</cp:revision>
  <dcterms:created xsi:type="dcterms:W3CDTF">2026-03-09T08:48:52Z</dcterms:created>
  <dcterms:modified xsi:type="dcterms:W3CDTF">2026-03-09T09:08:28Z</dcterms:modified>
</cp:coreProperties>
</file>